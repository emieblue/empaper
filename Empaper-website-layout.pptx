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EMPAPER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selling site,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by page.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papers. Without the chase.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Home first. Then Product, For companies, Pricing, and Demo.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Colours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on every page.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CF8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719072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2024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#1C2333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sidebar, logo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CF8"/>
          </a:solidFill>
          <a:ln/>
        </p:spPr>
      </p:sp>
      <p:sp>
        <p:nvSpPr>
          <p:cNvPr id="10" name="Shape 8"/>
          <p:cNvSpPr/>
          <p:nvPr/>
        </p:nvSpPr>
        <p:spPr>
          <a:xfrm>
            <a:off x="4498848" y="1719072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4F1EA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71500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#F4F1EA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15000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background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1463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C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3608" y="1719072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CF8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50976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#FFFCF8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09760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and letter cards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657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C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" y="3913632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F6B5A"/>
          </a:solidFill>
          <a:ln/>
        </p:spPr>
      </p:sp>
      <p:sp>
        <p:nvSpPr>
          <p:cNvPr id="21" name="Text 19"/>
          <p:cNvSpPr/>
          <p:nvPr/>
        </p:nvSpPr>
        <p:spPr>
          <a:xfrm>
            <a:off x="192024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92024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#1F6B5A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20240" y="4709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demo, active item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3657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C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498848" y="3913632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C4A46A"/>
          </a:solidFill>
          <a:ln/>
        </p:spPr>
      </p:sp>
      <p:sp>
        <p:nvSpPr>
          <p:cNvPr id="26" name="Text 24"/>
          <p:cNvSpPr/>
          <p:nvPr/>
        </p:nvSpPr>
        <p:spPr>
          <a:xfrm>
            <a:off x="571500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71500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#C4A46A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15000" y="4709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Dividers, logo accent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92440" y="3657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CF8"/>
          </a:solidFill>
          <a:ln/>
        </p:spPr>
      </p:sp>
      <p:sp>
        <p:nvSpPr>
          <p:cNvPr id="30" name="Shape 28"/>
          <p:cNvSpPr/>
          <p:nvPr/>
        </p:nvSpPr>
        <p:spPr>
          <a:xfrm>
            <a:off x="8293608" y="3913632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6E675F"/>
          </a:solidFill>
          <a:ln/>
        </p:spPr>
      </p:sp>
      <p:sp>
        <p:nvSpPr>
          <p:cNvPr id="31" name="Text 29"/>
          <p:cNvSpPr/>
          <p:nvPr/>
        </p:nvSpPr>
        <p:spPr>
          <a:xfrm>
            <a:off x="950976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Muted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50976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#6E675F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509760" y="4709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and labels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EMPAPER  ·  WEBSITE LAYOUT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607040" y="6510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header on every page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FFFC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Empaper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108960" y="1536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    For companies     Pricing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18320" y="1417320"/>
            <a:ext cx="1920240" cy="530352"/>
          </a:xfrm>
          <a:prstGeom prst="roundRect">
            <a:avLst>
              <a:gd name="adj" fmla="val 51724"/>
            </a:avLst>
          </a:prstGeom>
          <a:solidFill>
            <a:srgbClr val="1F6B5A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0" y="15179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11155680" cy="987552"/>
          </a:xfrm>
          <a:prstGeom prst="roundRect">
            <a:avLst>
              <a:gd name="adj" fmla="val 9259"/>
            </a:avLst>
          </a:prstGeom>
          <a:solidFill>
            <a:srgbClr val="FFFC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0662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green button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0358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 is the only filled button. Talk to us stays outlined.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703320"/>
            <a:ext cx="11155680" cy="987552"/>
          </a:xfrm>
          <a:prstGeom prst="roundRect">
            <a:avLst>
              <a:gd name="adj" fmla="val 9259"/>
            </a:avLst>
          </a:prstGeom>
          <a:solidFill>
            <a:srgbClr val="FFFCF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4962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7240" y="41788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line, Powered by Empaper, and the same four links.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846320"/>
            <a:ext cx="11155680" cy="987552"/>
          </a:xfrm>
          <a:prstGeom prst="roundRect">
            <a:avLst>
              <a:gd name="adj" fmla="val 9259"/>
            </a:avLst>
          </a:prstGeom>
          <a:solidFill>
            <a:srgbClr val="FFFCF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99262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add yet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53218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blog, no login, no long about page until these five are live.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EMPAPER  ·  WEBSITE LAYOUT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07040" y="6510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1  ·  Home</a:t>
            </a:r>
            <a:endParaRPr lang="en-US" sz="2600" dirty="0"/>
          </a:p>
        </p:txBody>
      </p:sp>
      <p:pic>
        <p:nvPicPr>
          <p:cNvPr id="3" name="Image 0" descr="/workspace/artifacts/empaper-se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77240"/>
            <a:ext cx="7498080" cy="5257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83880" y="12801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the offer.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a staff page with their name.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three cards.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83880" y="34747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papers. Without the chase.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6510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EMPAPER  ·  WEBSITE LAYOUT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607040" y="6510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Home, block by block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577840" cy="1572768"/>
          </a:xfrm>
          <a:prstGeom prst="roundRect">
            <a:avLst>
              <a:gd name="adj" fmla="val 5814"/>
            </a:avLst>
          </a:prstGeom>
          <a:solidFill>
            <a:srgbClr val="FFFC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064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Hero, left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72184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Eyebrow: For companies. Headline: Their papers. Without the chase. Line: Payslips ready to download. Employment letters on request. Details kept in one page. HR stops resending the same file.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960120"/>
            <a:ext cx="5577840" cy="1572768"/>
          </a:xfrm>
          <a:prstGeom prst="roundRect">
            <a:avLst>
              <a:gd name="adj" fmla="val 5814"/>
            </a:avLst>
          </a:prstGeom>
          <a:solidFill>
            <a:srgbClr val="FFFCF8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1064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Buttons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1472184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demo. Talk to us. Small line: Set up once. Your name on the page. Powered by Empaper.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697480"/>
            <a:ext cx="5577840" cy="1572768"/>
          </a:xfrm>
          <a:prstGeom prst="roundRect">
            <a:avLst>
              <a:gd name="adj" fmla="val 5814"/>
            </a:avLst>
          </a:prstGeom>
          <a:solidFill>
            <a:srgbClr val="FFFCF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437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Hero, right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209544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staff card. Company name. September payslip, Download. Employment letter, Requested. Details: role, bank, address.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697480"/>
            <a:ext cx="5577840" cy="1572768"/>
          </a:xfrm>
          <a:prstGeom prst="roundRect">
            <a:avLst>
              <a:gd name="adj" fmla="val 5814"/>
            </a:avLst>
          </a:prstGeom>
          <a:solidFill>
            <a:srgbClr val="FFFCF8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8437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Three cards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3209544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Payslips, ready. Letters, on request. Details, kept current.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434840"/>
            <a:ext cx="5577840" cy="1572768"/>
          </a:xfrm>
          <a:prstGeom prst="roundRect">
            <a:avLst>
              <a:gd name="adj" fmla="val 5814"/>
            </a:avLst>
          </a:prstGeom>
          <a:solidFill>
            <a:srgbClr val="FFFCF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58114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Start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946904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demo. Add your people. They open their page.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4434840"/>
            <a:ext cx="5577840" cy="1572768"/>
          </a:xfrm>
          <a:prstGeom prst="roundRect">
            <a:avLst>
              <a:gd name="adj" fmla="val 5814"/>
            </a:avLst>
          </a:prstGeom>
          <a:solidFill>
            <a:srgbClr val="FFFCF8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58114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Close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946904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headline in one line. One button: Book a demo.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EMPAPER  ·  WEBSITE LAYOUT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07040" y="6510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2  ·  Product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staff open. One screen each.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CF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63040"/>
            <a:ext cx="3611880" cy="9144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Payslip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58952" y="2926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months. Download sits on the latest. Nothing else on that screen.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CF8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463040"/>
            <a:ext cx="3611880" cy="9144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9432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Letter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99432" y="2926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choices: introductory or employment. Status moves from requested to ready.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83880" y="146304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C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183880" y="1463040"/>
            <a:ext cx="3611880" cy="9144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16" name="Text 14"/>
          <p:cNvSpPr/>
          <p:nvPr/>
        </p:nvSpPr>
        <p:spPr>
          <a:xfrm>
            <a:off x="8439912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39912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439912" y="2926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bank, address, phone. The employee edits. HR sees the same page.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EMPAPER  ·  WEBSITE LAYOUT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07040" y="6510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Pages 3, 4, and 5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3611880" cy="5029200"/>
          </a:xfrm>
          <a:prstGeom prst="roundRect">
            <a:avLst>
              <a:gd name="adj" fmla="val 3038"/>
            </a:avLst>
          </a:prstGeom>
          <a:solidFill>
            <a:srgbClr val="FFFCF8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" y="1234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companies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58952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stops resending payslips and letters.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8952" y="26243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get one staff page, not a shared folder.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31912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name in front. Empaper only at the bottom.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37581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Button: Book a demo.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005840"/>
            <a:ext cx="3611880" cy="5029200"/>
          </a:xfrm>
          <a:prstGeom prst="roundRect">
            <a:avLst>
              <a:gd name="adj" fmla="val 3038"/>
            </a:avLst>
          </a:prstGeom>
          <a:solidFill>
            <a:srgbClr val="FFFCF8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1234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99432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plan. Price per company.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9432" y="26243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Payslip, letter, and details included.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31912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people is not a second product.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9432" y="37581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buy-now button yet.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83880" y="1005840"/>
            <a:ext cx="3611880" cy="5029200"/>
          </a:xfrm>
          <a:prstGeom prst="roundRect">
            <a:avLst>
              <a:gd name="adj" fmla="val 3038"/>
            </a:avLst>
          </a:prstGeom>
          <a:solidFill>
            <a:srgbClr val="FFFCF8"/>
          </a:solidFill>
          <a:ln/>
        </p:spPr>
      </p:sp>
      <p:sp>
        <p:nvSpPr>
          <p:cNvPr id="16" name="Text 14"/>
          <p:cNvSpPr/>
          <p:nvPr/>
        </p:nvSpPr>
        <p:spPr>
          <a:xfrm>
            <a:off x="8439912" y="1234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39912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39912" y="26243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39912" y="31912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email.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39912" y="37581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people.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39912" y="43251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Button: Book a demo.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39912" y="4892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send: We’ll write back.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EMPAPER  ·  WEBSITE LAYOUT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07040" y="6510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in this order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F6B5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167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129844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12140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F6B5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494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23113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F6B5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821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316382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companies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" y="398678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F6B5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148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409651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40080" y="491947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F6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474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50292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863840" y="2194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header.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green button.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Empaper website layout</dc:title>
  <dc:subject>Page-by-page layout for the selling site</dc:subject>
  <dc:creator>Empaper</dc:creator>
  <cp:lastModifiedBy>Empaper</cp:lastModifiedBy>
  <cp:revision>1</cp:revision>
  <dcterms:created xsi:type="dcterms:W3CDTF">2026-10-05T17:44:40Z</dcterms:created>
  <dcterms:modified xsi:type="dcterms:W3CDTF">2026-10-05T17:44:40Z</dcterms:modified>
</cp:coreProperties>
</file>